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54A0F-9BAB-88DC-6463-7704608A7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4FD5F-0C68-4110-263D-718134B85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0E13A-8377-4254-BBCB-179C51C60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CB046-C1BE-242F-6524-517692A8D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8F8AD-617B-EFD8-0FB1-AC0AA487F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1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E03F-5734-E02B-7CD5-ED979048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B9B02-18FE-C7B9-9AE6-577C5C73C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3A3BA-791F-7B44-DAD9-99EDF1144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7C3AA-09C0-52EB-D125-65D91646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48B3E-E872-ACDA-D837-A0842F52F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5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9CBE-45D5-E766-6256-3DE2C625C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8423C-1358-925E-98A7-994117B5B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54CD0-61AA-EE3E-3400-E1F6E50B4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30531-1297-6F12-E6BF-B4881D2BE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867E1-85EA-56CF-0755-847D9DBA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32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8C8D1-3925-BF82-40D9-419B424A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A522C-E4A6-45C1-65A8-70ACDFEB3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F7FC0-397E-867D-D39D-41471BE9B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CD78A-30CB-59D0-C871-AAF4C061E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E095B-AE4C-3F30-F4BC-BBA1AC73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9D178-6B68-58FE-37B7-7D8385391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40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764A-1ED6-9592-8E9E-030CE4A51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A894D-6043-A8B6-9CC7-BE558247C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294B-B306-845B-BC9E-E2CEFD9EA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0E496-FB81-0487-CD82-3C37BFC40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527CB6-3CF1-2543-1843-2FE58F944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E4591-9728-20DC-C410-A51DBA489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92B8FB-7306-3B7E-927F-50B79753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B754A1-20F6-2BDE-CC15-6A53B738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15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8931-C59D-C9CC-9BC4-06CF8C47D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FF2942-1A3D-EC32-A00D-78A47D8D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6DF8D-202A-DDA9-9FD4-573DF699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66737-EF64-DB56-B6D8-635E18E0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83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FD9CA5-0083-AD9E-BA57-B3A81450F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0CC66-0719-7265-3D00-025479A0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D8F74-D431-05C8-A6A0-88FC3534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9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36D6-EFCA-5F10-6476-5FCCE88BA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6CA0B-E5F1-17DB-366E-C106A34FC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62F71-5BAF-CFC6-9C56-4D9844674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5873B0-EF77-BC4E-D12B-1040B0B9E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ECCCE-8D0A-F3E2-2DDE-9B0922A59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A1E8B-B3F4-59DA-AE1E-648CC3AD8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6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4156-08A4-CDCE-8080-26B1CB96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BEF34E-7FEF-0802-D8D0-3B177479D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AA750-EC12-534E-299F-26305A9E2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C343F-8593-4B10-3912-106AC35FC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1A071-6647-2056-6738-D78D58AC0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A4397-044B-0F64-F11A-7ABC75445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1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D1769-4927-F032-A45D-7114FCFED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C46908-457A-CA28-13F5-58B81C9CB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CC12D-D188-336A-33D8-ADBE341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B6669-703C-D776-9E2A-9A8B24F53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D4BA6-3E1C-8E0D-3529-0BCFC5B6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99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F3FC5B-6D1D-433B-E07A-7F9AC56AF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69264-9FE8-A841-300A-71B401512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DA97B-DE53-DC8B-B74D-0A2FCC31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2381A-244B-8F4C-CF74-3DB037816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9A0D0-86B3-8F06-C51A-13EC7E8F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5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04678-1254-8855-ED09-F058E0A1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B026D-7D32-8AC1-4AF2-A1ACA2B5B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6575F-0EF1-D479-CF4A-F9C92A0A3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C6B4C-5D8D-4471-A548-E9E9F997853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E154B-2933-BB56-5FEB-1690102E2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13548-46D1-6409-CA48-630CF631D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0A204D-F812-43BE-8591-E3A8DD34C4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35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DB7A-49F6-0C23-6F38-2D3D9BEF66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6138"/>
            <a:ext cx="12748591" cy="865463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solidFill>
                  <a:schemeClr val="accent2"/>
                </a:solidFill>
              </a:rPr>
              <a:t>PTIT-LEARNING</a:t>
            </a:r>
            <a:r>
              <a:rPr lang="en-US" sz="4800" b="1" dirty="0">
                <a:solidFill>
                  <a:schemeClr val="accent2"/>
                </a:solidFill>
              </a:rPr>
              <a:t> | </a:t>
            </a:r>
            <a:r>
              <a:rPr lang="en-US" sz="3600" b="1" dirty="0">
                <a:solidFill>
                  <a:schemeClr val="accent2"/>
                </a:solidFill>
              </a:rPr>
              <a:t>HỌC TRỰC TUYẾN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5F99FDB3-9489-7954-0512-8086572C6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3391" y="5828403"/>
            <a:ext cx="9144000" cy="701605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KẾT NỐI TRI THỨC — BỨT PHÁ TƯƠNG LAI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7F44D10-138B-A9F8-6945-79053A3F58D4}"/>
              </a:ext>
            </a:extLst>
          </p:cNvPr>
          <p:cNvCxnSpPr>
            <a:cxnSpLocks/>
          </p:cNvCxnSpPr>
          <p:nvPr/>
        </p:nvCxnSpPr>
        <p:spPr>
          <a:xfrm flipH="1">
            <a:off x="944217" y="3627783"/>
            <a:ext cx="106547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B80467-971D-6FD9-F1A1-84F28BBD68C7}"/>
              </a:ext>
            </a:extLst>
          </p:cNvPr>
          <p:cNvSpPr txBox="1"/>
          <p:nvPr/>
        </p:nvSpPr>
        <p:spPr>
          <a:xfrm>
            <a:off x="944217" y="2919897"/>
            <a:ext cx="63759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Học </a:t>
            </a:r>
            <a:r>
              <a:rPr lang="en-US" sz="4000" dirty="0" err="1">
                <a:solidFill>
                  <a:schemeClr val="bg1"/>
                </a:solidFill>
              </a:rPr>
              <a:t>trực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tuyến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FCE3BE-1692-2F3E-00C1-639885CE8608}"/>
              </a:ext>
            </a:extLst>
          </p:cNvPr>
          <p:cNvSpPr txBox="1"/>
          <p:nvPr/>
        </p:nvSpPr>
        <p:spPr>
          <a:xfrm>
            <a:off x="5017604" y="2919896"/>
            <a:ext cx="63759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Tương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tác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9B56C8-B8D5-EF94-12D0-CC9F1370A309}"/>
              </a:ext>
            </a:extLst>
          </p:cNvPr>
          <p:cNvSpPr txBox="1"/>
          <p:nvPr/>
        </p:nvSpPr>
        <p:spPr>
          <a:xfrm>
            <a:off x="8789919" y="2919896"/>
            <a:ext cx="63759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Theo </a:t>
            </a:r>
            <a:r>
              <a:rPr lang="en-US" sz="4000" dirty="0" err="1">
                <a:solidFill>
                  <a:schemeClr val="bg1"/>
                </a:solidFill>
              </a:rPr>
              <a:t>dõi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21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25613-FBE3-9325-652C-04EE11C66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47626-3995-D62E-1382-151EAF149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08721" y="138390"/>
            <a:ext cx="12748591" cy="8654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2"/>
                </a:solidFill>
              </a:rPr>
              <a:t>01/ TÍNH NĂNG NỔI BẬT 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E6760-41D4-8AC8-A1CB-3C6FF16FF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309" y="1474545"/>
            <a:ext cx="3380960" cy="3662540"/>
          </a:xfrm>
          <a:solidFill>
            <a:schemeClr val="tx2">
              <a:lumMod val="60000"/>
              <a:lumOff val="40000"/>
            </a:schemeClr>
          </a:solidFill>
          <a:ln>
            <a:solidFill>
              <a:schemeClr val="accent2"/>
            </a:solidFill>
          </a:ln>
          <a:effectLst/>
        </p:spPr>
        <p:txBody>
          <a:bodyPr>
            <a:noAutofit/>
          </a:bodyPr>
          <a:lstStyle/>
          <a:p>
            <a:r>
              <a:rPr lang="en-US" sz="4000" dirty="0"/>
              <a:t>🎥</a:t>
            </a:r>
          </a:p>
          <a:p>
            <a:r>
              <a:rPr lang="en-US" sz="4000" dirty="0">
                <a:solidFill>
                  <a:schemeClr val="bg1"/>
                </a:solidFill>
              </a:rPr>
              <a:t>Học </a:t>
            </a:r>
            <a:r>
              <a:rPr lang="en-US" sz="4000" dirty="0" err="1">
                <a:solidFill>
                  <a:schemeClr val="bg1"/>
                </a:solidFill>
              </a:rPr>
              <a:t>trực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tuyến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Tham </a:t>
            </a:r>
            <a:r>
              <a:rPr lang="en-US" sz="1800" dirty="0" err="1">
                <a:solidFill>
                  <a:schemeClr val="bg1"/>
                </a:solidFill>
              </a:rPr>
              <a:t>gia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lớp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học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mọi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lúc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mọi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nơi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4429E0-5097-3395-B39F-4641411FBAB4}"/>
              </a:ext>
            </a:extLst>
          </p:cNvPr>
          <p:cNvSpPr txBox="1"/>
          <p:nvPr/>
        </p:nvSpPr>
        <p:spPr>
          <a:xfrm>
            <a:off x="4375702" y="1474544"/>
            <a:ext cx="3235187" cy="366254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4400" dirty="0"/>
              <a:t>👥</a:t>
            </a:r>
          </a:p>
          <a:p>
            <a:r>
              <a:rPr lang="en-US" sz="4400" dirty="0" err="1">
                <a:solidFill>
                  <a:schemeClr val="bg1"/>
                </a:solidFill>
              </a:rPr>
              <a:t>Tương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en-US" sz="4400" dirty="0" err="1">
                <a:solidFill>
                  <a:schemeClr val="bg1"/>
                </a:solidFill>
              </a:rPr>
              <a:t>tác</a:t>
            </a:r>
            <a:endParaRPr lang="en-US" sz="44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Chat </a:t>
            </a:r>
            <a:r>
              <a:rPr lang="en-US" dirty="0" err="1">
                <a:solidFill>
                  <a:schemeClr val="bg1"/>
                </a:solidFill>
              </a:rPr>
              <a:t>và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hỏi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đáp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tức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thì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9E8F3A-F19D-8286-E8F9-64D658B12D22}"/>
              </a:ext>
            </a:extLst>
          </p:cNvPr>
          <p:cNvSpPr txBox="1"/>
          <p:nvPr/>
        </p:nvSpPr>
        <p:spPr>
          <a:xfrm>
            <a:off x="8269357" y="1474544"/>
            <a:ext cx="3409120" cy="353943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dirty="0"/>
              <a:t>📝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Theo </a:t>
            </a:r>
            <a:r>
              <a:rPr lang="en-US" sz="4000" dirty="0" err="1">
                <a:solidFill>
                  <a:schemeClr val="bg1"/>
                </a:solidFill>
              </a:rPr>
              <a:t>dõi</a:t>
            </a:r>
            <a:endParaRPr lang="en-US" sz="4000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Điểm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danh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xem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tiến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độ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A97034-4122-3648-694E-48491C1596F2}"/>
              </a:ext>
            </a:extLst>
          </p:cNvPr>
          <p:cNvCxnSpPr>
            <a:cxnSpLocks/>
          </p:cNvCxnSpPr>
          <p:nvPr/>
        </p:nvCxnSpPr>
        <p:spPr>
          <a:xfrm flipH="1">
            <a:off x="1023729" y="815011"/>
            <a:ext cx="106547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85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4E122-D982-9D57-97D4-B3F95B88C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3A30D-6A8F-702F-EFE2-5EE70BC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06138"/>
            <a:ext cx="12748591" cy="865463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solidFill>
                  <a:schemeClr val="accent2"/>
                </a:solidFill>
              </a:rPr>
              <a:t>02/ GIÁ TRỊ CỐT LÕI</a:t>
            </a:r>
            <a:endParaRPr lang="en-US" sz="3600" b="1" dirty="0">
              <a:solidFill>
                <a:schemeClr val="accent2"/>
              </a:solidFill>
            </a:endParaRP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6321D0E7-4A68-E09B-2378-C7FAFDAA3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9591" y="6001059"/>
            <a:ext cx="9144000" cy="701605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HỌC TẬP THÔNG MINH &amp; CHỦ ĐỘNG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7B0C4D-704E-FDA9-B728-B19D95BB2E26}"/>
              </a:ext>
            </a:extLst>
          </p:cNvPr>
          <p:cNvCxnSpPr>
            <a:cxnSpLocks/>
          </p:cNvCxnSpPr>
          <p:nvPr/>
        </p:nvCxnSpPr>
        <p:spPr>
          <a:xfrm flipH="1">
            <a:off x="944217" y="1321907"/>
            <a:ext cx="106547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97B32D4-2A85-9FEC-B503-91625ED2CD7B}"/>
              </a:ext>
            </a:extLst>
          </p:cNvPr>
          <p:cNvSpPr txBox="1"/>
          <p:nvPr/>
        </p:nvSpPr>
        <p:spPr>
          <a:xfrm>
            <a:off x="3186319" y="1908142"/>
            <a:ext cx="637595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⏰</a:t>
            </a:r>
            <a:r>
              <a:rPr lang="en-US" sz="4000" dirty="0" err="1">
                <a:solidFill>
                  <a:schemeClr val="bg1"/>
                </a:solidFill>
              </a:rPr>
              <a:t>Tiết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kiệm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thời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gian</a:t>
            </a:r>
            <a:endParaRPr lang="en-US" sz="4000" dirty="0">
              <a:solidFill>
                <a:schemeClr val="bg1"/>
              </a:solidFill>
            </a:endParaRP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📈Theo </a:t>
            </a:r>
            <a:r>
              <a:rPr lang="en-US" sz="4000" dirty="0" err="1">
                <a:solidFill>
                  <a:schemeClr val="bg1"/>
                </a:solidFill>
              </a:rPr>
              <a:t>dõi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tiến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bộ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rõ</a:t>
            </a:r>
            <a:r>
              <a:rPr lang="en-US" sz="4000" dirty="0">
                <a:solidFill>
                  <a:schemeClr val="bg1"/>
                </a:solidFill>
              </a:rPr>
              <a:t> rang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⚡</a:t>
            </a:r>
            <a:r>
              <a:rPr lang="en-US" sz="4000" dirty="0" err="1">
                <a:solidFill>
                  <a:schemeClr val="bg1"/>
                </a:solidFill>
              </a:rPr>
              <a:t>Lộ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trình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học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chuẩn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xác</a:t>
            </a:r>
            <a:endParaRPr lang="en-US" sz="4000" dirty="0">
              <a:solidFill>
                <a:schemeClr val="bg1"/>
              </a:solidFill>
            </a:endParaRPr>
          </a:p>
          <a:p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64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88</Words>
  <Application>Microsoft Office PowerPoint</Application>
  <PresentationFormat>Widescreen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PTIT-LEARNING | HỌC TRỰC TUYẾN</vt:lpstr>
      <vt:lpstr>01/ TÍNH NĂNG NỔI BẬT </vt:lpstr>
      <vt:lpstr>02/ GIÁ TRỊ CỐT LÕI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Linh</dc:creator>
  <cp:lastModifiedBy>Nguyen Linh</cp:lastModifiedBy>
  <cp:revision>1</cp:revision>
  <dcterms:created xsi:type="dcterms:W3CDTF">2026-10-26T13:54:26Z</dcterms:created>
  <dcterms:modified xsi:type="dcterms:W3CDTF">2026-10-26T14:10:49Z</dcterms:modified>
</cp:coreProperties>
</file>